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89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015" y="1371600"/>
            <a:ext cx="1046613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015" y="3228536"/>
            <a:ext cx="10470201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52" y="1316736"/>
            <a:ext cx="10360501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52" y="2704664"/>
            <a:ext cx="10360501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920085"/>
            <a:ext cx="5383398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920085"/>
            <a:ext cx="5383398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855248"/>
            <a:ext cx="5385514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1754" y="1859758"/>
            <a:ext cx="5387630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441" y="2514600"/>
            <a:ext cx="5385514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4600"/>
            <a:ext cx="5387630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1071516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2" y="514352"/>
            <a:ext cx="3656648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162" y="1676400"/>
            <a:ext cx="3656648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5492" y="1676400"/>
            <a:ext cx="6813892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19905" y="1108077"/>
            <a:ext cx="7008574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69399" y="5359769"/>
            <a:ext cx="207210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8" y="1176997"/>
            <a:ext cx="2949696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" y="2828785"/>
            <a:ext cx="2945633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6796" y="6356351"/>
            <a:ext cx="81258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6513" y="1199517"/>
            <a:ext cx="6155357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697" y="5816600"/>
            <a:ext cx="1221421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0479" y="6219826"/>
            <a:ext cx="6348346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914402"/>
            <a:ext cx="2742486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914402"/>
            <a:ext cx="802431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697" y="-7144"/>
            <a:ext cx="1221421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0479" y="-7144"/>
            <a:ext cx="6348346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441" y="1935480"/>
            <a:ext cx="10969943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5074" y="6356351"/>
            <a:ext cx="4469236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3649" y="6356351"/>
            <a:ext cx="1015735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49" y="202408"/>
            <a:ext cx="12237543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Carbon Coach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86284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AI-Powered Personal Carbon Footprint &amp; Sustainability Assistant</a:t>
            </a:r>
            <a:br/>
            <a:r>
              <a:t>Kaman </a:t>
            </a:r>
            <a:r>
              <a:rPr/>
              <a:t>Das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Tracks emissions from travel, electricity and shopping.</a:t>
            </a:r>
            <a:br/>
            <a:r>
              <a:t>• Uses Gemini AI to provide personalized reduction tips.</a:t>
            </a:r>
            <a:br/>
            <a:r>
              <a:t>• Helps users build sustainable habits.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Opportunity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Encourages sustainable living</a:t>
            </a:r>
            <a:br/>
            <a:r>
              <a:t>• Personalized AI guidance</a:t>
            </a:r>
            <a:br/>
            <a:r>
              <a:t>• Goal-based progress tracking</a:t>
            </a:r>
            <a:br/>
            <a:r>
              <a:t>• Daily eco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Carbon Calculator</a:t>
            </a:r>
            <a:br/>
            <a:r>
              <a:t>2. AI Coach + Voice Input</a:t>
            </a:r>
            <a:br/>
            <a:r>
              <a:t>3. Progress Dashboard</a:t>
            </a:r>
            <a:br/>
            <a:r>
              <a:t>4. AI Eco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User → Calculator → Carbon Score → Gemini AI → Personalized Tips →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Home | Calculator | AI Coach | Dashboard</a:t>
            </a:r>
            <a:br/>
            <a:r>
              <a:t>(Simple wireframe placeholders)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Frontend (HTML/Tailwind/JS)</a:t>
            </a:r>
            <a:br/>
            <a:r>
              <a:t>↓</a:t>
            </a:r>
            <a:br/>
            <a:r>
              <a:t>Flask Backend</a:t>
            </a:r>
            <a:br/>
            <a:r>
              <a:t>↓</a:t>
            </a:r>
            <a:br/>
            <a:r>
              <a:t>Gemini AI + Neon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HTML • Tailwind CSS • JavaScript</a:t>
            </a:r>
            <a:br/>
            <a:r>
              <a:t>Flask • Gemini 2.5 Flash</a:t>
            </a:r>
            <a:br/>
            <a:r>
              <a:t>Neon PostgreSQL • Web Speech API • Render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MVP Screenshots</a:t>
            </a:r>
          </a:p>
        </p:txBody>
      </p:sp>
      <p:pic>
        <p:nvPicPr>
          <p:cNvPr id="3" name="Picture 2" descr="Screenshot 2026-07-12 1219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77840" cy="2634788"/>
          </a:xfrm>
          <a:prstGeom prst="rect">
            <a:avLst/>
          </a:prstGeom>
        </p:spPr>
      </p:pic>
      <p:pic>
        <p:nvPicPr>
          <p:cNvPr id="4" name="Picture 3" descr="Screenshot 2026-07-12 122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577840" cy="2637696"/>
          </a:xfrm>
          <a:prstGeom prst="rect">
            <a:avLst/>
          </a:prstGeom>
        </p:spPr>
      </p:pic>
      <p:pic>
        <p:nvPicPr>
          <p:cNvPr id="5" name="Picture 4" descr="Screenshot 2026-07-12 1221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57600"/>
            <a:ext cx="5577840" cy="2637696"/>
          </a:xfrm>
          <a:prstGeom prst="rect">
            <a:avLst/>
          </a:prstGeom>
        </p:spPr>
      </p:pic>
      <p:pic>
        <p:nvPicPr>
          <p:cNvPr id="6" name="Picture 5" descr="Screenshot 2026-07-12 1223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657600"/>
            <a:ext cx="5577840" cy="26347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Mobile App</a:t>
            </a:r>
            <a:br/>
            <a:r>
              <a:t>• Smart device integration</a:t>
            </a:r>
            <a:br/>
            <a:r>
              <a:t>• Community leaderboard</a:t>
            </a:r>
            <a:br/>
            <a:r>
              <a:t>• Carbon offset marketplace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GitHub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GitHub:</a:t>
            </a:r>
            <a:br/>
            <a:r>
              <a:t>https://github.com/kamandas-108/Carbon-Coach-AI/</a:t>
            </a:r>
            <a:br/>
            <a:r>
              <a:t/>
            </a:r>
            <a:br/>
            <a:r>
              <a:t>Live:</a:t>
            </a:r>
            <a:br/>
            <a:r>
              <a:t>https://carbon-coach-ai-1.onrender.com/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Questions?</a:t>
            </a:r>
            <a:br/>
            <a:r>
              <a:t>Kaman Das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</TotalTime>
  <Words>92</Words>
  <Application>Microsoft Macintosh PowerPoint</Application>
  <PresentationFormat>Custom</PresentationFormat>
  <Paragraphs>23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Manas Das</dc:creator>
  <dc:description>generated using python-pptx</dc:description>
  <cp:lastModifiedBy>Manas Das</cp:lastModifiedBy>
  <cp:revision>2</cp:revision>
  <dcterms:created xsi:type="dcterms:W3CDTF">2013-01-27T09:14:16Z</dcterms:created>
  <dcterms:modified xsi:type="dcterms:W3CDTF">2026-07-12T07:04:55Z</dcterms:modified>
</cp:coreProperties>
</file>